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1" r:id="rId4"/>
    <p:sldId id="262" r:id="rId5"/>
    <p:sldId id="263" r:id="rId6"/>
    <p:sldId id="265" r:id="rId7"/>
    <p:sldId id="267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57EA0-8D81-4AEC-9D05-31F1D58C0BAB}" v="28" dt="2026-02-05T22:49:09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73797" autoAdjust="0"/>
  </p:normalViewPr>
  <p:slideViewPr>
    <p:cSldViewPr snapToGrid="0">
      <p:cViewPr varScale="1">
        <p:scale>
          <a:sx n="68" d="100"/>
          <a:sy n="68" d="100"/>
        </p:scale>
        <p:origin x="11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Dillon" userId="2f316d545b74387c" providerId="LiveId" clId="{F4ABB602-C5FA-42B2-A56C-557EA248F6B7}"/>
    <pc:docChg chg="undo custSel addSld delSld modSld sldOrd">
      <pc:chgData name="Alex Dillon" userId="2f316d545b74387c" providerId="LiveId" clId="{F4ABB602-C5FA-42B2-A56C-557EA248F6B7}" dt="2026-02-05T22:48:47.468" v="3754" actId="20577"/>
      <pc:docMkLst>
        <pc:docMk/>
      </pc:docMkLst>
      <pc:sldChg chg="addSp delSp modSp mod">
        <pc:chgData name="Alex Dillon" userId="2f316d545b74387c" providerId="LiveId" clId="{F4ABB602-C5FA-42B2-A56C-557EA248F6B7}" dt="2026-02-05T22:31:05.258" v="3691" actId="478"/>
        <pc:sldMkLst>
          <pc:docMk/>
          <pc:sldMk cId="608515829" sldId="256"/>
        </pc:sldMkLst>
        <pc:spChg chg="mod">
          <ac:chgData name="Alex Dillon" userId="2f316d545b74387c" providerId="LiveId" clId="{F4ABB602-C5FA-42B2-A56C-557EA248F6B7}" dt="2026-02-05T22:30:56.702" v="3689" actId="20577"/>
          <ac:spMkLst>
            <pc:docMk/>
            <pc:sldMk cId="608515829" sldId="256"/>
            <ac:spMk id="2" creationId="{9385BCD3-8D1C-387F-F154-AC647875EF6B}"/>
          </ac:spMkLst>
        </pc:spChg>
        <pc:spChg chg="add del mod">
          <ac:chgData name="Alex Dillon" userId="2f316d545b74387c" providerId="LiveId" clId="{F4ABB602-C5FA-42B2-A56C-557EA248F6B7}" dt="2026-02-05T22:31:05.258" v="3691" actId="478"/>
          <ac:spMkLst>
            <pc:docMk/>
            <pc:sldMk cId="608515829" sldId="256"/>
            <ac:spMk id="4" creationId="{F448DCDE-064B-017A-910E-744F465892D2}"/>
          </ac:spMkLst>
        </pc:spChg>
      </pc:sldChg>
      <pc:sldChg chg="modSp mod">
        <pc:chgData name="Alex Dillon" userId="2f316d545b74387c" providerId="LiveId" clId="{F4ABB602-C5FA-42B2-A56C-557EA248F6B7}" dt="2026-02-05T17:19:12.170" v="3131" actId="20577"/>
        <pc:sldMkLst>
          <pc:docMk/>
          <pc:sldMk cId="4064116771" sldId="258"/>
        </pc:sldMkLst>
        <pc:spChg chg="mod">
          <ac:chgData name="Alex Dillon" userId="2f316d545b74387c" providerId="LiveId" clId="{F4ABB602-C5FA-42B2-A56C-557EA248F6B7}" dt="2026-02-04T16:17:46.937" v="1126" actId="255"/>
          <ac:spMkLst>
            <pc:docMk/>
            <pc:sldMk cId="4064116771" sldId="258"/>
            <ac:spMk id="2" creationId="{BAAD28B6-E676-B26C-5155-10D41B61F3BD}"/>
          </ac:spMkLst>
        </pc:spChg>
        <pc:spChg chg="mod">
          <ac:chgData name="Alex Dillon" userId="2f316d545b74387c" providerId="LiveId" clId="{F4ABB602-C5FA-42B2-A56C-557EA248F6B7}" dt="2026-02-05T17:19:12.170" v="3131" actId="20577"/>
          <ac:spMkLst>
            <pc:docMk/>
            <pc:sldMk cId="4064116771" sldId="258"/>
            <ac:spMk id="21" creationId="{56ED880B-DCCD-249C-228D-E0385AC8D126}"/>
          </ac:spMkLst>
        </pc:spChg>
      </pc:sldChg>
      <pc:sldChg chg="addSp delSp modSp mod">
        <pc:chgData name="Alex Dillon" userId="2f316d545b74387c" providerId="LiveId" clId="{F4ABB602-C5FA-42B2-A56C-557EA248F6B7}" dt="2026-02-05T16:48:53.234" v="1807" actId="1076"/>
        <pc:sldMkLst>
          <pc:docMk/>
          <pc:sldMk cId="3854051952" sldId="261"/>
        </pc:sldMkLst>
        <pc:spChg chg="mod">
          <ac:chgData name="Alex Dillon" userId="2f316d545b74387c" providerId="LiveId" clId="{F4ABB602-C5FA-42B2-A56C-557EA248F6B7}" dt="2026-02-04T16:17:42.466" v="1125" actId="255"/>
          <ac:spMkLst>
            <pc:docMk/>
            <pc:sldMk cId="3854051952" sldId="261"/>
            <ac:spMk id="2" creationId="{7655FED6-3521-1DE6-D34A-7DFD4C41D625}"/>
          </ac:spMkLst>
        </pc:spChg>
        <pc:spChg chg="add mod">
          <ac:chgData name="Alex Dillon" userId="2f316d545b74387c" providerId="LiveId" clId="{F4ABB602-C5FA-42B2-A56C-557EA248F6B7}" dt="2026-02-05T16:47:51.986" v="1800" actId="1076"/>
          <ac:spMkLst>
            <pc:docMk/>
            <pc:sldMk cId="3854051952" sldId="261"/>
            <ac:spMk id="3" creationId="{C260E554-A62A-3416-21F5-A18BD8C60904}"/>
          </ac:spMkLst>
        </pc:spChg>
        <pc:spChg chg="add mod">
          <ac:chgData name="Alex Dillon" userId="2f316d545b74387c" providerId="LiveId" clId="{F4ABB602-C5FA-42B2-A56C-557EA248F6B7}" dt="2026-02-05T16:48:53.234" v="1807" actId="1076"/>
          <ac:spMkLst>
            <pc:docMk/>
            <pc:sldMk cId="3854051952" sldId="261"/>
            <ac:spMk id="5" creationId="{B91E3FBB-6296-766E-0870-019A2CC60DAE}"/>
          </ac:spMkLst>
        </pc:spChg>
        <pc:spChg chg="mod">
          <ac:chgData name="Alex Dillon" userId="2f316d545b74387c" providerId="LiveId" clId="{F4ABB602-C5FA-42B2-A56C-557EA248F6B7}" dt="2026-02-05T16:47:44.828" v="1794" actId="1076"/>
          <ac:spMkLst>
            <pc:docMk/>
            <pc:sldMk cId="3854051952" sldId="261"/>
            <ac:spMk id="16" creationId="{C92848C1-432B-29F6-EDFC-FA620122B81A}"/>
          </ac:spMkLst>
        </pc:spChg>
        <pc:spChg chg="mod">
          <ac:chgData name="Alex Dillon" userId="2f316d545b74387c" providerId="LiveId" clId="{F4ABB602-C5FA-42B2-A56C-557EA248F6B7}" dt="2026-02-05T16:46:28.838" v="1783" actId="13926"/>
          <ac:spMkLst>
            <pc:docMk/>
            <pc:sldMk cId="3854051952" sldId="261"/>
            <ac:spMk id="18" creationId="{42E76BEF-AE00-1834-8C8C-252641E0F3BC}"/>
          </ac:spMkLst>
        </pc:spChg>
        <pc:spChg chg="mod">
          <ac:chgData name="Alex Dillon" userId="2f316d545b74387c" providerId="LiveId" clId="{F4ABB602-C5FA-42B2-A56C-557EA248F6B7}" dt="2026-02-05T16:46:45.531" v="1785" actId="13926"/>
          <ac:spMkLst>
            <pc:docMk/>
            <pc:sldMk cId="3854051952" sldId="261"/>
            <ac:spMk id="19" creationId="{5FCAB23E-F2DB-6991-1843-B69982EAAE71}"/>
          </ac:spMkLst>
        </pc:spChg>
        <pc:spChg chg="del mod">
          <ac:chgData name="Alex Dillon" userId="2f316d545b74387c" providerId="LiveId" clId="{F4ABB602-C5FA-42B2-A56C-557EA248F6B7}" dt="2026-02-04T05:12:53.677" v="534"/>
          <ac:spMkLst>
            <pc:docMk/>
            <pc:sldMk cId="3854051952" sldId="261"/>
            <ac:spMk id="20" creationId="{ABEC27AB-E51B-4F32-C0F0-C6BB95EB472D}"/>
          </ac:spMkLst>
        </pc:spChg>
        <pc:spChg chg="del mod">
          <ac:chgData name="Alex Dillon" userId="2f316d545b74387c" providerId="LiveId" clId="{F4ABB602-C5FA-42B2-A56C-557EA248F6B7}" dt="2026-02-04T05:12:53.683" v="536"/>
          <ac:spMkLst>
            <pc:docMk/>
            <pc:sldMk cId="3854051952" sldId="261"/>
            <ac:spMk id="21" creationId="{44346B59-6997-D9D8-A976-76013CCF4CC1}"/>
          </ac:spMkLst>
        </pc:spChg>
      </pc:sldChg>
      <pc:sldChg chg="delSp modSp add mod modNotesTx">
        <pc:chgData name="Alex Dillon" userId="2f316d545b74387c" providerId="LiveId" clId="{F4ABB602-C5FA-42B2-A56C-557EA248F6B7}" dt="2026-02-05T22:37:18.405" v="3694" actId="20577"/>
        <pc:sldMkLst>
          <pc:docMk/>
          <pc:sldMk cId="800306527" sldId="262"/>
        </pc:sldMkLst>
        <pc:spChg chg="mod">
          <ac:chgData name="Alex Dillon" userId="2f316d545b74387c" providerId="LiveId" clId="{F4ABB602-C5FA-42B2-A56C-557EA248F6B7}" dt="2026-02-04T16:17:37.856" v="1124" actId="255"/>
          <ac:spMkLst>
            <pc:docMk/>
            <pc:sldMk cId="800306527" sldId="262"/>
            <ac:spMk id="2" creationId="{FEBC30A8-FD90-A943-068A-DF6CFB85BF45}"/>
          </ac:spMkLst>
        </pc:spChg>
        <pc:spChg chg="mod">
          <ac:chgData name="Alex Dillon" userId="2f316d545b74387c" providerId="LiveId" clId="{F4ABB602-C5FA-42B2-A56C-557EA248F6B7}" dt="2026-02-04T16:16:23.633" v="1101" actId="1076"/>
          <ac:spMkLst>
            <pc:docMk/>
            <pc:sldMk cId="800306527" sldId="262"/>
            <ac:spMk id="4" creationId="{8C0FD6B1-9CCB-119C-31B2-35BAD376C012}"/>
          </ac:spMkLst>
        </pc:spChg>
        <pc:spChg chg="del">
          <ac:chgData name="Alex Dillon" userId="2f316d545b74387c" providerId="LiveId" clId="{F4ABB602-C5FA-42B2-A56C-557EA248F6B7}" dt="2026-02-04T04:20:59.434" v="257" actId="478"/>
          <ac:spMkLst>
            <pc:docMk/>
            <pc:sldMk cId="800306527" sldId="262"/>
            <ac:spMk id="9" creationId="{2DACBA97-E9B1-C9DD-C44E-6BA82F1CF0CE}"/>
          </ac:spMkLst>
        </pc:spChg>
        <pc:spChg chg="del">
          <ac:chgData name="Alex Dillon" userId="2f316d545b74387c" providerId="LiveId" clId="{F4ABB602-C5FA-42B2-A56C-557EA248F6B7}" dt="2026-02-04T04:20:49.983" v="253" actId="478"/>
          <ac:spMkLst>
            <pc:docMk/>
            <pc:sldMk cId="800306527" sldId="262"/>
            <ac:spMk id="11" creationId="{704FB9CD-787F-E8E4-FB04-9B5A33D7F121}"/>
          </ac:spMkLst>
        </pc:spChg>
        <pc:spChg chg="del">
          <ac:chgData name="Alex Dillon" userId="2f316d545b74387c" providerId="LiveId" clId="{F4ABB602-C5FA-42B2-A56C-557EA248F6B7}" dt="2026-02-04T04:20:54.960" v="255" actId="478"/>
          <ac:spMkLst>
            <pc:docMk/>
            <pc:sldMk cId="800306527" sldId="262"/>
            <ac:spMk id="16" creationId="{7FCA14E4-0443-D949-5F80-CDE66C1A20C4}"/>
          </ac:spMkLst>
        </pc:spChg>
        <pc:spChg chg="mod">
          <ac:chgData name="Alex Dillon" userId="2f316d545b74387c" providerId="LiveId" clId="{F4ABB602-C5FA-42B2-A56C-557EA248F6B7}" dt="2026-02-05T17:14:00.655" v="3112" actId="255"/>
          <ac:spMkLst>
            <pc:docMk/>
            <pc:sldMk cId="800306527" sldId="262"/>
            <ac:spMk id="18" creationId="{EBF2AD4F-B122-9619-FD61-8BC38572BBFC}"/>
          </ac:spMkLst>
        </pc:spChg>
        <pc:spChg chg="del mod">
          <ac:chgData name="Alex Dillon" userId="2f316d545b74387c" providerId="LiveId" clId="{F4ABB602-C5FA-42B2-A56C-557EA248F6B7}" dt="2026-02-04T04:20:52.605" v="254" actId="478"/>
          <ac:spMkLst>
            <pc:docMk/>
            <pc:sldMk cId="800306527" sldId="262"/>
            <ac:spMk id="19" creationId="{DC5F9A37-1949-796E-A0AE-660C7FCAF0E6}"/>
          </ac:spMkLst>
        </pc:spChg>
        <pc:spChg chg="del">
          <ac:chgData name="Alex Dillon" userId="2f316d545b74387c" providerId="LiveId" clId="{F4ABB602-C5FA-42B2-A56C-557EA248F6B7}" dt="2026-02-04T04:20:57.734" v="256" actId="478"/>
          <ac:spMkLst>
            <pc:docMk/>
            <pc:sldMk cId="800306527" sldId="262"/>
            <ac:spMk id="20" creationId="{26A35351-0BC8-2E7A-15D9-6E5F28830235}"/>
          </ac:spMkLst>
        </pc:spChg>
        <pc:spChg chg="del">
          <ac:chgData name="Alex Dillon" userId="2f316d545b74387c" providerId="LiveId" clId="{F4ABB602-C5FA-42B2-A56C-557EA248F6B7}" dt="2026-02-04T04:21:01.490" v="258" actId="478"/>
          <ac:spMkLst>
            <pc:docMk/>
            <pc:sldMk cId="800306527" sldId="262"/>
            <ac:spMk id="21" creationId="{7BB78F40-9BCB-EEEA-2C21-91341CFFA280}"/>
          </ac:spMkLst>
        </pc:spChg>
      </pc:sldChg>
      <pc:sldChg chg="addSp modSp add mod modNotesTx">
        <pc:chgData name="Alex Dillon" userId="2f316d545b74387c" providerId="LiveId" clId="{F4ABB602-C5FA-42B2-A56C-557EA248F6B7}" dt="2026-02-05T22:48:47.468" v="3754" actId="20577"/>
        <pc:sldMkLst>
          <pc:docMk/>
          <pc:sldMk cId="2774753051" sldId="263"/>
        </pc:sldMkLst>
        <pc:spChg chg="mod">
          <ac:chgData name="Alex Dillon" userId="2f316d545b74387c" providerId="LiveId" clId="{F4ABB602-C5FA-42B2-A56C-557EA248F6B7}" dt="2026-02-04T16:17:32.911" v="1123" actId="255"/>
          <ac:spMkLst>
            <pc:docMk/>
            <pc:sldMk cId="2774753051" sldId="263"/>
            <ac:spMk id="2" creationId="{8C78353A-6817-9FF2-7A7A-93C1C1376B22}"/>
          </ac:spMkLst>
        </pc:spChg>
        <pc:spChg chg="mod">
          <ac:chgData name="Alex Dillon" userId="2f316d545b74387c" providerId="LiveId" clId="{F4ABB602-C5FA-42B2-A56C-557EA248F6B7}" dt="2026-02-05T16:36:56.911" v="1671" actId="14100"/>
          <ac:spMkLst>
            <pc:docMk/>
            <pc:sldMk cId="2774753051" sldId="263"/>
            <ac:spMk id="4" creationId="{85E5B26A-E378-56BD-B3E1-66E74BA1F872}"/>
          </ac:spMkLst>
        </pc:spChg>
        <pc:spChg chg="add mod">
          <ac:chgData name="Alex Dillon" userId="2f316d545b74387c" providerId="LiveId" clId="{F4ABB602-C5FA-42B2-A56C-557EA248F6B7}" dt="2026-02-05T16:38:47.193" v="1703" actId="1076"/>
          <ac:spMkLst>
            <pc:docMk/>
            <pc:sldMk cId="2774753051" sldId="263"/>
            <ac:spMk id="6" creationId="{6E203706-5023-E533-83EA-34B90382F59C}"/>
          </ac:spMkLst>
        </pc:spChg>
        <pc:spChg chg="mod">
          <ac:chgData name="Alex Dillon" userId="2f316d545b74387c" providerId="LiveId" clId="{F4ABB602-C5FA-42B2-A56C-557EA248F6B7}" dt="2026-02-05T17:01:46.669" v="2564" actId="20577"/>
          <ac:spMkLst>
            <pc:docMk/>
            <pc:sldMk cId="2774753051" sldId="263"/>
            <ac:spMk id="18" creationId="{03B4BB9F-7E82-4C4C-A248-95D3A3F31F32}"/>
          </ac:spMkLst>
        </pc:spChg>
        <pc:picChg chg="add mod">
          <ac:chgData name="Alex Dillon" userId="2f316d545b74387c" providerId="LiveId" clId="{F4ABB602-C5FA-42B2-A56C-557EA248F6B7}" dt="2026-02-05T16:37:09.063" v="1674" actId="1076"/>
          <ac:picMkLst>
            <pc:docMk/>
            <pc:sldMk cId="2774753051" sldId="263"/>
            <ac:picMk id="5" creationId="{2D46ADAD-E682-A2F8-C3EB-6A196CD911D1}"/>
          </ac:picMkLst>
        </pc:picChg>
      </pc:sldChg>
      <pc:sldChg chg="modSp add del mod">
        <pc:chgData name="Alex Dillon" userId="2f316d545b74387c" providerId="LiveId" clId="{F4ABB602-C5FA-42B2-A56C-557EA248F6B7}" dt="2026-02-05T16:45:39.466" v="1781" actId="47"/>
        <pc:sldMkLst>
          <pc:docMk/>
          <pc:sldMk cId="2833499190" sldId="264"/>
        </pc:sldMkLst>
        <pc:spChg chg="mod">
          <ac:chgData name="Alex Dillon" userId="2f316d545b74387c" providerId="LiveId" clId="{F4ABB602-C5FA-42B2-A56C-557EA248F6B7}" dt="2026-02-05T04:24:00.815" v="1207" actId="20577"/>
          <ac:spMkLst>
            <pc:docMk/>
            <pc:sldMk cId="2833499190" sldId="264"/>
            <ac:spMk id="2" creationId="{6D9D1938-4F65-547F-F68D-33D11645F325}"/>
          </ac:spMkLst>
        </pc:spChg>
      </pc:sldChg>
      <pc:sldChg chg="modSp add mod modNotesTx">
        <pc:chgData name="Alex Dillon" userId="2f316d545b74387c" providerId="LiveId" clId="{F4ABB602-C5FA-42B2-A56C-557EA248F6B7}" dt="2026-02-05T22:43:07.812" v="3748" actId="20577"/>
        <pc:sldMkLst>
          <pc:docMk/>
          <pc:sldMk cId="1669572838" sldId="265"/>
        </pc:sldMkLst>
        <pc:spChg chg="mod">
          <ac:chgData name="Alex Dillon" userId="2f316d545b74387c" providerId="LiveId" clId="{F4ABB602-C5FA-42B2-A56C-557EA248F6B7}" dt="2026-02-05T17:05:29.129" v="2889" actId="20577"/>
          <ac:spMkLst>
            <pc:docMk/>
            <pc:sldMk cId="1669572838" sldId="265"/>
            <ac:spMk id="18" creationId="{A74FAF91-6681-A644-74E4-2B3A227E0A09}"/>
          </ac:spMkLst>
        </pc:spChg>
      </pc:sldChg>
      <pc:sldChg chg="add del">
        <pc:chgData name="Alex Dillon" userId="2f316d545b74387c" providerId="LiveId" clId="{F4ABB602-C5FA-42B2-A56C-557EA248F6B7}" dt="2026-02-05T17:19:32.429" v="3132" actId="47"/>
        <pc:sldMkLst>
          <pc:docMk/>
          <pc:sldMk cId="3520766079" sldId="266"/>
        </pc:sldMkLst>
      </pc:sldChg>
      <pc:sldChg chg="modSp add mod">
        <pc:chgData name="Alex Dillon" userId="2f316d545b74387c" providerId="LiveId" clId="{F4ABB602-C5FA-42B2-A56C-557EA248F6B7}" dt="2026-02-05T20:08:16.503" v="3557" actId="14100"/>
        <pc:sldMkLst>
          <pc:docMk/>
          <pc:sldMk cId="3506424138" sldId="267"/>
        </pc:sldMkLst>
        <pc:spChg chg="mod">
          <ac:chgData name="Alex Dillon" userId="2f316d545b74387c" providerId="LiveId" clId="{F4ABB602-C5FA-42B2-A56C-557EA248F6B7}" dt="2026-02-05T04:25:22.569" v="1218" actId="20577"/>
          <ac:spMkLst>
            <pc:docMk/>
            <pc:sldMk cId="3506424138" sldId="267"/>
            <ac:spMk id="2" creationId="{52E4E2D7-0316-6BA4-2B6E-5FE94D44B5F5}"/>
          </ac:spMkLst>
        </pc:spChg>
        <pc:spChg chg="mod">
          <ac:chgData name="Alex Dillon" userId="2f316d545b74387c" providerId="LiveId" clId="{F4ABB602-C5FA-42B2-A56C-557EA248F6B7}" dt="2026-02-05T20:08:16.503" v="3557" actId="14100"/>
          <ac:spMkLst>
            <pc:docMk/>
            <pc:sldMk cId="3506424138" sldId="267"/>
            <ac:spMk id="4" creationId="{B4C30600-5D41-68D8-C2A0-D4C2EECC3F3E}"/>
          </ac:spMkLst>
        </pc:spChg>
        <pc:spChg chg="mod">
          <ac:chgData name="Alex Dillon" userId="2f316d545b74387c" providerId="LiveId" clId="{F4ABB602-C5FA-42B2-A56C-557EA248F6B7}" dt="2026-02-05T20:08:05.543" v="3555" actId="1076"/>
          <ac:spMkLst>
            <pc:docMk/>
            <pc:sldMk cId="3506424138" sldId="267"/>
            <ac:spMk id="18" creationId="{B060CB26-9DC4-4BDC-023D-4BE81B2E36EA}"/>
          </ac:spMkLst>
        </pc:spChg>
      </pc:sldChg>
      <pc:sldChg chg="add del">
        <pc:chgData name="Alex Dillon" userId="2f316d545b74387c" providerId="LiveId" clId="{F4ABB602-C5FA-42B2-A56C-557EA248F6B7}" dt="2026-02-05T04:25:38.365" v="1223" actId="47"/>
        <pc:sldMkLst>
          <pc:docMk/>
          <pc:sldMk cId="2158103576" sldId="268"/>
        </pc:sldMkLst>
      </pc:sldChg>
      <pc:sldChg chg="delSp modSp add mod ord">
        <pc:chgData name="Alex Dillon" userId="2f316d545b74387c" providerId="LiveId" clId="{F4ABB602-C5FA-42B2-A56C-557EA248F6B7}" dt="2026-02-05T04:26:37.455" v="1260" actId="478"/>
        <pc:sldMkLst>
          <pc:docMk/>
          <pc:sldMk cId="2772428628" sldId="269"/>
        </pc:sldMkLst>
        <pc:spChg chg="mod">
          <ac:chgData name="Alex Dillon" userId="2f316d545b74387c" providerId="LiveId" clId="{F4ABB602-C5FA-42B2-A56C-557EA248F6B7}" dt="2026-02-05T04:26:35.409" v="1259" actId="1076"/>
          <ac:spMkLst>
            <pc:docMk/>
            <pc:sldMk cId="2772428628" sldId="269"/>
            <ac:spMk id="2" creationId="{63B45590-0CC0-FA89-BFA6-14022A682A18}"/>
          </ac:spMkLst>
        </pc:spChg>
        <pc:spChg chg="del">
          <ac:chgData name="Alex Dillon" userId="2f316d545b74387c" providerId="LiveId" clId="{F4ABB602-C5FA-42B2-A56C-557EA248F6B7}" dt="2026-02-05T04:26:37.455" v="1260" actId="478"/>
          <ac:spMkLst>
            <pc:docMk/>
            <pc:sldMk cId="2772428628" sldId="269"/>
            <ac:spMk id="3" creationId="{5F42F6DB-5D25-A6C1-DF4D-B2F69F3018A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AF2C6E-58B2-4CA3-B584-9F133D8A8475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F944F-CCB1-4588-8ECD-899BBFF19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2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Google&amp;rlz=1C1CHBF_enUS1065US1065&amp;oq=GAFAM&amp;gs_lcrp=EgZjaHJvbWUyBggAEEUYOTIHCAEQABiABDIHCAIQABiABDIJCAMQABgKGIAEMgcIBBAAGIAEMgcIBRAAGIAEMgkIBhAAGAoYgAQyBwgHEAAYgAQyBwgIEAAYgAQyBwgJEAAYgATSAQgxMzg4ajBqOagCALACAfEFmSjwkqAqQuc&amp;sourceid=chrome&amp;ie=UTF-8&amp;ved=2ahUKEwiYv_HPt8OSAxX3KFkFHVLpOPIQgK4QegYIAQgAEAQ" TargetMode="External"/><Relationship Id="rId7" Type="http://schemas.openxmlformats.org/officeDocument/2006/relationships/hyperlink" Target="https://www.google.com/search?q=Microsoft&amp;rlz=1C1CHBF_enUS1065US1065&amp;oq=GAFAM&amp;gs_lcrp=EgZjaHJvbWUyBggAEEUYOTIHCAEQABiABDIHCAIQABiABDIJCAMQABgKGIAEMgcIBBAAGIAEMgcIBRAAGIAEMgkIBhAAGAoYgAQyBwgHEAAYgAQyBwgIEAAYgAQyBwgJEAAYgATSAQgxMzg4ajBqOagCALACAfEFmSjwkqAqQuc&amp;sourceid=chrome&amp;ie=UTF-8&amp;ved=2ahUKEwiYv_HPt8OSAxX3KFkFHVLpOPIQgK4QegYIAQgAEAg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google.com/search?q=Amazon&amp;rlz=1C1CHBF_enUS1065US1065&amp;oq=GAFAM&amp;gs_lcrp=EgZjaHJvbWUyBggAEEUYOTIHCAEQABiABDIHCAIQABiABDIJCAMQABgKGIAEMgcIBBAAGIAEMgcIBRAAGIAEMgkIBhAAGAoYgAQyBwgHEAAYgAQyBwgIEAAYgAQyBwgJEAAYgATSAQgxMzg4ajBqOagCALACAfEFmSjwkqAqQuc&amp;sourceid=chrome&amp;ie=UTF-8&amp;ved=2ahUKEwiYv_HPt8OSAxX3KFkFHVLpOPIQgK4QegYIAQgAEAc" TargetMode="External"/><Relationship Id="rId5" Type="http://schemas.openxmlformats.org/officeDocument/2006/relationships/hyperlink" Target="https://www.google.com/search?q=Facebook&amp;rlz=1C1CHBF_enUS1065US1065&amp;oq=GAFAM&amp;gs_lcrp=EgZjaHJvbWUyBggAEEUYOTIHCAEQABiABDIHCAIQABiABDIJCAMQABgKGIAEMgcIBBAAGIAEMgcIBRAAGIAEMgkIBhAAGAoYgAQyBwgHEAAYgAQyBwgIEAAYgAQyBwgJEAAYgATSAQgxMzg4ajBqOagCALACAfEFmSjwkqAqQuc&amp;sourceid=chrome&amp;ie=UTF-8&amp;ved=2ahUKEwiYv_HPt8OSAxX3KFkFHVLpOPIQgK4QegYIAQgAEAY" TargetMode="External"/><Relationship Id="rId4" Type="http://schemas.openxmlformats.org/officeDocument/2006/relationships/hyperlink" Target="https://www.google.com/search?q=Apple&amp;rlz=1C1CHBF_enUS1065US1065&amp;oq=GAFAM&amp;gs_lcrp=EgZjaHJvbWUyBggAEEUYOTIHCAEQABiABDIHCAIQABiABDIJCAMQABgKGIAEMgcIBBAAGIAEMgcIBRAAGIAEMgkIBhAAGAoYgAQyBwgHEAAYgAQyBwgIEAAYgAQyBwgJEAAYgATSAQgxMzg4ajBqOagCALACAfEFmSjwkqAqQuc&amp;sourceid=chrome&amp;ie=UTF-8&amp;ved=2ahUKEwiYv_HPt8OSAxX3KFkFHVLpOPIQgK4QegYIAQgAEAU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944F-CCB1-4588-8ECD-899BBFF197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46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AI antitrust research highlights limitations of price-based frameworks in capturing competitive harm in digital and AI markets</a:t>
            </a:r>
          </a:p>
          <a:p>
            <a:endParaRPr lang="en-US" dirty="0"/>
          </a:p>
          <a:p>
            <a:r>
              <a:rPr lang="en-US" dirty="0"/>
              <a:t>Studies on tech and “killer” acquisitions show mixed effects on innovation, emphasizing the importance of analyzing acquisition patterns rather than individual outcomes</a:t>
            </a:r>
          </a:p>
          <a:p>
            <a:endParaRPr lang="en-US" dirty="0"/>
          </a:p>
          <a:p>
            <a:r>
              <a:rPr lang="en-US" dirty="0"/>
              <a:t>Political and regulatory environments vary across administrations, shaping antitrust posture and enforcement priorities</a:t>
            </a:r>
          </a:p>
          <a:p>
            <a:endParaRPr lang="en-US" dirty="0"/>
          </a:p>
          <a:p>
            <a:r>
              <a:rPr lang="en-US" dirty="0"/>
              <a:t>Together, these gaps motivate a closer examination of how AI and tech firms’ merger and acquisition behavior varies across regulatory contexts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944F-CCB1-4588-8ECD-899BBFF197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18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GAFAM tech Giants, I assume these will be the main companies we are collecting data for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Google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(Alphabet),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Apple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Facebook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(Meta),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Amazon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Microsoft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944F-CCB1-4588-8ECD-899BBFF197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41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acquisition intensity as deals per firm per year across administrations</a:t>
            </a:r>
          </a:p>
          <a:p>
            <a:r>
              <a:rPr lang="en-US" dirty="0"/>
              <a:t>Analyze deal characteristics, including target size, sector overlap, and AI relevance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Track changes in market concentration using firm share proxies over time</a:t>
            </a:r>
          </a:p>
          <a:p>
            <a:r>
              <a:rPr lang="en-US" dirty="0"/>
              <a:t>Examine whether periods of increased M&amp;A activity coincide with rising concentration in the AI and tech sector</a:t>
            </a:r>
          </a:p>
          <a:p>
            <a:endParaRPr lang="en-US" dirty="0"/>
          </a:p>
          <a:p>
            <a:r>
              <a:rPr lang="en-US" dirty="0"/>
              <a:t>Potential way to measure market concentration (HHI)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F944F-CCB1-4588-8ECD-899BBFF197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88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623B-17BF-CB49-4760-72BBA55FD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A09CE-F67A-D9DD-E80E-39BE85144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2ACD6-3181-1FCD-5884-5887BFFA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1E1E8-15DA-33CE-A397-10359E61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4B3B5-F565-9FF0-F216-9C11EE2A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31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9CA3-159F-C342-0480-BAF4A9FC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2C523-81F9-FB88-98F2-E05B21137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BDB41-A607-0689-315E-117FFE42D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88E19-1973-C994-F74E-A4A86E81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C7389-BBA7-D7CC-49F9-5AD90EBA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7AEF8-5A50-6589-6042-E82BAE6A9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7D7A1-69C3-8E10-86C2-13133B37F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6119F-504C-2361-C89D-FE873153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54F6E-D59A-B901-7A76-980D75DC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91CFC-AA4E-13A8-70A5-90D123EE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5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5886-0712-EE93-9831-509AB49D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D01E8-D74D-A15F-B4CF-70AE3F342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A9950-12EE-700C-79AC-914AC5683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AF6F1-C8FA-C832-2FF5-5B6BC5A6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66717-9491-5A96-0651-19B05C33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CD004-0DA1-1C7A-0DF2-9EE3C639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6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8B0-A05B-7D85-8E7B-6D1ACE37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E26DA-2C4A-EF0E-4353-F25EE5677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6EA50-8DAA-2B2B-4447-8B917DC39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E279E-C944-826D-58F5-E342A8CA2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1ACFD-4466-2BF7-29AA-25AE9A886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86D60-6C50-59C0-1F25-9A8E84B9C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420CF-0C4A-2568-E48E-61B315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541EC-5A4F-654E-2734-A9035481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1F93-1484-236D-0F06-479B527F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B5A2C3-39FD-AD44-6FAD-F0FB00C75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564E0C-267F-C9CC-1394-2D9CF7B0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FB249C-AC85-C9FF-A970-B140D499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2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F7479-89B8-BA19-F478-A7653F8F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AE0ED-6200-170C-833A-74517CD9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91880-70F6-F5C3-F6D3-222935D3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64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D0DE-1F10-2C87-E9DA-0EDDED3C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80AC0-E823-3938-451A-2DE8A45DD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93C34-E0A6-F804-5F78-DE966DD54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A6FC2-C8C8-D974-4DBA-55E68C23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C949-D6DC-9793-90C8-9D042FF09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D65EB-4855-9D64-2F2E-E9CD1F83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0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CD76-0F28-5509-651A-F6CA42BF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FE14C0-5E64-CDD7-6098-E63A62799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3E2B4-680A-2A0B-6E54-7120817E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29701-2846-0BEB-B649-C5DB277B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2F69F-D8C6-84BD-38DC-85DEC3007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E474F-8160-DAB6-C2B5-0B3A86DB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8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2734-8B0E-8881-8A5F-E0592676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FA73D-6E57-0C91-4EC2-7ACBFC094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52E08-9BDE-F691-EF88-02D498FB5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46DFB-5A1B-CADD-00E8-E6D0D24A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7B5ED-AB1D-CE14-3874-6E06054C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75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ACE986-F9D6-8729-F9C3-57E86589F8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B499B-9D53-2853-0382-86521DC84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9C38F-F0BD-EF0C-74B0-5201CD18E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3D827-FE58-89FD-02B3-9B83CD50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FB515-BD2E-91C0-92CF-F58282CA0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7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FB363D-86D1-097E-8B03-5E7A8F7E4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7D868-C425-DF12-9889-AD2CC824E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23EE-04DF-1722-0C0A-06C756F51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DCF06-3D89-407D-99AC-69CC60138D5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57741-C986-9600-5D70-58421565E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24B4A-6214-DE26-ABE0-1CA83F672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B4943-F8D3-4CA1-8782-AAD6CC50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71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5BCD3-8D1C-387F-F154-AC647875E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6200" b="1" dirty="0">
                <a:solidFill>
                  <a:srgbClr val="FFFFFF"/>
                </a:solidFill>
              </a:rPr>
              <a:t>Understanding the Mergers and Acquisitions Landscape in the AI Industry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57842-8712-B703-D4AE-55B73D84A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515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D28B6-E676-B26C-5155-10D41B61F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Motivation and Problem Statement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2882512-C5C9-733F-F18E-5495489800E0}"/>
              </a:ext>
            </a:extLst>
          </p:cNvPr>
          <p:cNvSpPr/>
          <p:nvPr/>
        </p:nvSpPr>
        <p:spPr>
          <a:xfrm>
            <a:off x="6427433" y="554152"/>
            <a:ext cx="4802819" cy="1212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9C6F6D-DAFF-9CD1-F2C5-A0F15973651D}"/>
              </a:ext>
            </a:extLst>
          </p:cNvPr>
          <p:cNvSpPr/>
          <p:nvPr/>
        </p:nvSpPr>
        <p:spPr>
          <a:xfrm>
            <a:off x="6427433" y="5091344"/>
            <a:ext cx="4802819" cy="1212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2CDB94-8B53-6388-311D-CAC4CB0CAFDB}"/>
              </a:ext>
            </a:extLst>
          </p:cNvPr>
          <p:cNvSpPr/>
          <p:nvPr/>
        </p:nvSpPr>
        <p:spPr>
          <a:xfrm>
            <a:off x="6427433" y="2082273"/>
            <a:ext cx="4802819" cy="1212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705EFC-1830-3281-58D9-05E250A315BE}"/>
              </a:ext>
            </a:extLst>
          </p:cNvPr>
          <p:cNvSpPr/>
          <p:nvPr/>
        </p:nvSpPr>
        <p:spPr>
          <a:xfrm>
            <a:off x="6427433" y="3563223"/>
            <a:ext cx="4802819" cy="1212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7246AB-9D40-BD60-15BA-0518D349F1A1}"/>
              </a:ext>
            </a:extLst>
          </p:cNvPr>
          <p:cNvSpPr txBox="1"/>
          <p:nvPr/>
        </p:nvSpPr>
        <p:spPr>
          <a:xfrm>
            <a:off x="6546522" y="826142"/>
            <a:ext cx="4564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 development is rapid accelerating, and few tech giants dominate the market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85A534-AD14-40AB-4AC3-F4BAF8BFFC7C}"/>
              </a:ext>
            </a:extLst>
          </p:cNvPr>
          <p:cNvSpPr txBox="1"/>
          <p:nvPr/>
        </p:nvSpPr>
        <p:spPr>
          <a:xfrm>
            <a:off x="6546522" y="2226860"/>
            <a:ext cx="4564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Mergers, acquisitions, and investments allow firms to influence data, talent, resources, and infrastructure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D0A630-B3F6-3276-7145-E5CF7AAF70A8}"/>
              </a:ext>
            </a:extLst>
          </p:cNvPr>
          <p:cNvSpPr txBox="1"/>
          <p:nvPr/>
        </p:nvSpPr>
        <p:spPr>
          <a:xfrm>
            <a:off x="6546522" y="3707810"/>
            <a:ext cx="4564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Varying regulations under different administrations may influence corporate behavior and market concentration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ED880B-DCCD-249C-228D-E0385AC8D126}"/>
              </a:ext>
            </a:extLst>
          </p:cNvPr>
          <p:cNvSpPr txBox="1"/>
          <p:nvPr/>
        </p:nvSpPr>
        <p:spPr>
          <a:xfrm>
            <a:off x="6546522" y="5235931"/>
            <a:ext cx="4564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full impact of M&amp;A activity and market concentration on competition, innovation, and smaller AI firms is not well understood</a:t>
            </a:r>
          </a:p>
        </p:txBody>
      </p:sp>
    </p:spTree>
    <p:extLst>
      <p:ext uri="{BB962C8B-B14F-4D97-AF65-F5344CB8AC3E}">
        <p14:creationId xmlns:p14="http://schemas.microsoft.com/office/powerpoint/2010/main" val="406411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9257F-B59C-DB57-F0EB-83E46E01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C94A12-35CA-F3B4-E8EA-219C68F67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17F7FD-08B5-15B4-2C38-C360E0559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5FED6-3521-1DE6-D34A-7DFD4C41D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Research Goals and Contribution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BA2D02-38D3-F925-B990-86BF4F905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1ADD3699-19AC-799B-03A2-117B6C768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DD129DF9-6676-AC89-D587-A416EA1B7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D855F59E-3973-80CB-1599-86CAEF1F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717EF5-1436-B0F1-EEB0-31F01EA50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573223F-609E-9431-E5D4-5895A8C6AA22}"/>
              </a:ext>
            </a:extLst>
          </p:cNvPr>
          <p:cNvSpPr/>
          <p:nvPr/>
        </p:nvSpPr>
        <p:spPr>
          <a:xfrm>
            <a:off x="6427433" y="554152"/>
            <a:ext cx="4802819" cy="1212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31351C-2784-4734-99AE-5B9EC2B781C7}"/>
              </a:ext>
            </a:extLst>
          </p:cNvPr>
          <p:cNvSpPr/>
          <p:nvPr/>
        </p:nvSpPr>
        <p:spPr>
          <a:xfrm>
            <a:off x="6427433" y="5091344"/>
            <a:ext cx="4802819" cy="1212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7832FF-4527-F0D3-E349-46B6B0E8F101}"/>
              </a:ext>
            </a:extLst>
          </p:cNvPr>
          <p:cNvSpPr/>
          <p:nvPr/>
        </p:nvSpPr>
        <p:spPr>
          <a:xfrm>
            <a:off x="6427433" y="2082273"/>
            <a:ext cx="4802819" cy="1212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2848C1-432B-29F6-EDFC-FA620122B81A}"/>
              </a:ext>
            </a:extLst>
          </p:cNvPr>
          <p:cNvSpPr/>
          <p:nvPr/>
        </p:nvSpPr>
        <p:spPr>
          <a:xfrm>
            <a:off x="6427433" y="3563223"/>
            <a:ext cx="4802819" cy="1212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E76BEF-AE00-1834-8C8C-252641E0F3BC}"/>
              </a:ext>
            </a:extLst>
          </p:cNvPr>
          <p:cNvSpPr txBox="1"/>
          <p:nvPr/>
        </p:nvSpPr>
        <p:spPr>
          <a:xfrm>
            <a:off x="6546521" y="706688"/>
            <a:ext cx="4564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Compare merger and acquisition activity of major AI and tech firms under the Trump and Biden administrations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CAB23E-F2DB-6991-1843-B69982EAAE71}"/>
              </a:ext>
            </a:extLst>
          </p:cNvPr>
          <p:cNvSpPr txBox="1"/>
          <p:nvPr/>
        </p:nvSpPr>
        <p:spPr>
          <a:xfrm>
            <a:off x="6546522" y="2226860"/>
            <a:ext cx="4564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Identify whether firms exhibit more aggressive acquisition behavior under different regulatory environments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0E554-A62A-3416-21F5-A18BD8C60904}"/>
              </a:ext>
            </a:extLst>
          </p:cNvPr>
          <p:cNvSpPr txBox="1"/>
          <p:nvPr/>
        </p:nvSpPr>
        <p:spPr>
          <a:xfrm>
            <a:off x="6546520" y="3846309"/>
            <a:ext cx="4564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Analyze how changes in M&amp;A activity relate to market concentration the tech sectors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E3FBB-6296-766E-0870-019A2CC60DAE}"/>
              </a:ext>
            </a:extLst>
          </p:cNvPr>
          <p:cNvSpPr txBox="1"/>
          <p:nvPr/>
        </p:nvSpPr>
        <p:spPr>
          <a:xfrm>
            <a:off x="6546519" y="5374430"/>
            <a:ext cx="4564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Contribute evidence to debates on antitrust policy and regulation in AI-driven markets</a:t>
            </a:r>
          </a:p>
        </p:txBody>
      </p:sp>
    </p:spTree>
    <p:extLst>
      <p:ext uri="{BB962C8B-B14F-4D97-AF65-F5344CB8AC3E}">
        <p14:creationId xmlns:p14="http://schemas.microsoft.com/office/powerpoint/2010/main" val="385405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0DC39-9487-91E6-8D9E-11ABD787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5D7544-313E-278A-AB8E-B1559CF02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30360F-712F-AC22-8EA5-DE0FDE486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C30A8-FD90-A943-068A-DF6CFB85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Existing Literature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6C6A9F8-FB93-452B-7863-15D82EAB0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83E118D9-D2A7-E3F5-D7E7-49ABB216D6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704C08F5-629F-95EC-A62A-280257101E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719CFD44-4381-6E35-C569-63B15EBDF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52927B-9E5A-8608-7351-0B55B3EC5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C0FD6B1-9CCB-119C-31B2-35BAD376C012}"/>
              </a:ext>
            </a:extLst>
          </p:cNvPr>
          <p:cNvSpPr/>
          <p:nvPr/>
        </p:nvSpPr>
        <p:spPr>
          <a:xfrm>
            <a:off x="6427433" y="554152"/>
            <a:ext cx="4802819" cy="55971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F2AD4F-B122-9619-FD61-8BC38572BBFC}"/>
              </a:ext>
            </a:extLst>
          </p:cNvPr>
          <p:cNvSpPr txBox="1"/>
          <p:nvPr/>
        </p:nvSpPr>
        <p:spPr>
          <a:xfrm>
            <a:off x="6546523" y="677871"/>
            <a:ext cx="456463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“Beyond Price: A Technical Quality Framework for AI Antitrust”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Tech giants’ acquisitions contribute to market concentration in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Price-based antitrust frameworks struggle to capture competitive harm in AI markets</a:t>
            </a:r>
          </a:p>
          <a:p>
            <a:endParaRPr lang="en-US" sz="1200" dirty="0"/>
          </a:p>
          <a:p>
            <a:r>
              <a:rPr lang="en-US" sz="1700" dirty="0"/>
              <a:t>“Digital (Killer?) Acquisitions”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Most tech acquisitions target firms without patents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Acquisitions generally do not reduce 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Highlights importance of analyzing patterns of acquisitions</a:t>
            </a:r>
          </a:p>
          <a:p>
            <a:endParaRPr lang="en-US" sz="1200" dirty="0"/>
          </a:p>
          <a:p>
            <a:r>
              <a:rPr lang="en-US" sz="1700" dirty="0"/>
              <a:t>“Artificial Intelligence and the Changing Political Landscape: The Impact of Trump’s Return on AI Governance and Policy”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Biden - Stronger regulation and compliance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Trump – Looser oversight, fewer restrictions</a:t>
            </a:r>
          </a:p>
          <a:p>
            <a:endParaRPr lang="en-US" sz="1200" dirty="0"/>
          </a:p>
          <a:p>
            <a:r>
              <a:rPr lang="en-US" sz="1500" dirty="0"/>
              <a:t>When look at these works, they demonstrate the need for a closer examination of how behavior and market across AI firms may vary by regulatory environment.</a:t>
            </a:r>
          </a:p>
        </p:txBody>
      </p:sp>
    </p:spTree>
    <p:extLst>
      <p:ext uri="{BB962C8B-B14F-4D97-AF65-F5344CB8AC3E}">
        <p14:creationId xmlns:p14="http://schemas.microsoft.com/office/powerpoint/2010/main" val="800306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C6496-4A9A-DF9A-B12F-4B281C21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9115D0-1CFE-7F7B-E586-6CB610DB0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FD560F-6E35-431D-A47D-789F014F6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8353A-6817-9FF2-7A7A-93C1C137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Data &amp; Methodology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223FB4-ED89-7E28-0FA6-90A6F2A40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421A4625-F9E8-0029-AB11-2A896A741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79EB851-D976-55C2-E9B1-DFC957B50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D5EC02DA-1F29-9DCF-DC7D-4C06A7A22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1ED643-0B7D-1A8B-03F9-C9914B30A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5E5B26A-E378-56BD-B3E1-66E74BA1F872}"/>
              </a:ext>
            </a:extLst>
          </p:cNvPr>
          <p:cNvSpPr/>
          <p:nvPr/>
        </p:nvSpPr>
        <p:spPr>
          <a:xfrm>
            <a:off x="6427433" y="554152"/>
            <a:ext cx="4802819" cy="29333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4BB9F-7E82-4C4C-A248-95D3A3F31F32}"/>
              </a:ext>
            </a:extLst>
          </p:cNvPr>
          <p:cNvSpPr txBox="1"/>
          <p:nvPr/>
        </p:nvSpPr>
        <p:spPr>
          <a:xfrm>
            <a:off x="6546521" y="706688"/>
            <a:ext cx="45646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M&amp;A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CrunchBase, </a:t>
            </a:r>
            <a:r>
              <a:rPr lang="en-US" sz="1500" dirty="0" err="1"/>
              <a:t>PitchBook</a:t>
            </a:r>
            <a:r>
              <a:rPr lang="en-US" sz="1500" dirty="0"/>
              <a:t>, </a:t>
            </a:r>
            <a:r>
              <a:rPr lang="en-US" sz="1500" dirty="0" err="1"/>
              <a:t>PrivCo</a:t>
            </a:r>
            <a:r>
              <a:rPr lang="en-US" sz="1500" dirty="0"/>
              <a:t>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Time Period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Biden and Trump administrations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Industry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AI 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Data Characteristics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Deal date, acquirer, target, deal type (merger, acquisition, minority stake), deal size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6ADAD-E682-A2F8-C3EB-6A196CD91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337" y="4041631"/>
            <a:ext cx="6080432" cy="2076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203706-5023-E533-83EA-34B90382F59C}"/>
              </a:ext>
            </a:extLst>
          </p:cNvPr>
          <p:cNvSpPr txBox="1"/>
          <p:nvPr/>
        </p:nvSpPr>
        <p:spPr>
          <a:xfrm>
            <a:off x="5954232" y="6158953"/>
            <a:ext cx="2842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*Example of Potential Data</a:t>
            </a:r>
          </a:p>
        </p:txBody>
      </p:sp>
    </p:spTree>
    <p:extLst>
      <p:ext uri="{BB962C8B-B14F-4D97-AF65-F5344CB8AC3E}">
        <p14:creationId xmlns:p14="http://schemas.microsoft.com/office/powerpoint/2010/main" val="277475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C542E-A47F-DDB4-8019-14A09FEA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13D8D7-4EA7-1A2D-E857-0F982FDE3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E5DC69-DAE8-F3CE-1115-87D7E7B9D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45F05-F1EB-7586-A824-35B18E9B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Data &amp; Methodology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DEDE2C-6D98-1062-0D8D-C8EC54ACC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811C5437-E569-9D4E-B471-0BF070D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4856ACBB-134B-3A46-4A5C-0EF680BFF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72615422-5715-5359-2FF8-7FA2C83A4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DE2F67-2D2D-87C5-0DC7-06BE1909F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B0139DF-710A-ABEC-F7F2-37634134374C}"/>
              </a:ext>
            </a:extLst>
          </p:cNvPr>
          <p:cNvSpPr/>
          <p:nvPr/>
        </p:nvSpPr>
        <p:spPr>
          <a:xfrm>
            <a:off x="6427433" y="554152"/>
            <a:ext cx="4802819" cy="55971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4FAF91-6681-A644-74E4-2B3A227E0A09}"/>
              </a:ext>
            </a:extLst>
          </p:cNvPr>
          <p:cNvSpPr txBox="1"/>
          <p:nvPr/>
        </p:nvSpPr>
        <p:spPr>
          <a:xfrm>
            <a:off x="6546521" y="706688"/>
            <a:ext cx="4564637" cy="5186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Data Collection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Collect M&amp;A data for major AI firms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Classify deals by year, firm, deal type,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Acquisition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Measure the acquisition intensity (deals per firm per year)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Analyze deal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Market Concentration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Examine whether periods of increased M&amp;A activity align with rising concentration in the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Comparative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Compare acquisition analysis and market concentration measurements across presidential administrations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Analyze whether different regulatory behavior is associated with firm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Interpretation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Interpret results as associations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Use findings to inform debates on antitrust enforcement and AI market power</a:t>
            </a:r>
          </a:p>
        </p:txBody>
      </p:sp>
    </p:spTree>
    <p:extLst>
      <p:ext uri="{BB962C8B-B14F-4D97-AF65-F5344CB8AC3E}">
        <p14:creationId xmlns:p14="http://schemas.microsoft.com/office/powerpoint/2010/main" val="166957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A5061-C54A-DE69-2C5A-4CB25ADB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F6C7F8-EE2D-EC94-37D6-081D36C89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1D39E4-BFEC-E8D7-1A23-B3AC2782F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4E2D7-0316-6BA4-2B6E-5FE94D44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Timeline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7F76BDD-8E1E-8A7E-00D4-DE924E6F3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BE49BA42-E7FD-C9A2-C745-CDA2F105D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8FACEC6F-2223-5042-D92F-23895E8CEE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8909EE37-7A6A-17B8-A905-5AF169EC6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212289-BE33-8981-ECB2-12F7583C0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4C30600-5D41-68D8-C2A0-D4C2EECC3F3E}"/>
              </a:ext>
            </a:extLst>
          </p:cNvPr>
          <p:cNvSpPr/>
          <p:nvPr/>
        </p:nvSpPr>
        <p:spPr>
          <a:xfrm>
            <a:off x="6427433" y="949431"/>
            <a:ext cx="4802819" cy="4732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60CB26-9DC4-4BDC-023D-4BE81B2E36EA}"/>
              </a:ext>
            </a:extLst>
          </p:cNvPr>
          <p:cNvSpPr txBox="1"/>
          <p:nvPr/>
        </p:nvSpPr>
        <p:spPr>
          <a:xfrm>
            <a:off x="6546523" y="1090574"/>
            <a:ext cx="45646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Literature Review &amp; Project Setup </a:t>
            </a:r>
            <a:r>
              <a:rPr lang="en-US" dirty="0"/>
              <a:t>– 1 or 2 weeks</a:t>
            </a:r>
          </a:p>
          <a:p>
            <a:endParaRPr lang="en-US" dirty="0"/>
          </a:p>
          <a:p>
            <a:r>
              <a:rPr lang="en-US" b="1" dirty="0"/>
              <a:t>Data Acquisition &amp; Cleaning</a:t>
            </a:r>
            <a:r>
              <a:rPr lang="en-US" dirty="0"/>
              <a:t> – 2 weeks</a:t>
            </a:r>
          </a:p>
          <a:p>
            <a:r>
              <a:rPr lang="en-US" b="1" dirty="0"/>
              <a:t> </a:t>
            </a:r>
          </a:p>
          <a:p>
            <a:r>
              <a:rPr lang="en-US" b="1" dirty="0"/>
              <a:t>Preliminary Analysis </a:t>
            </a:r>
            <a:r>
              <a:rPr lang="en-US" dirty="0"/>
              <a:t>– 1 week</a:t>
            </a:r>
          </a:p>
          <a:p>
            <a:endParaRPr lang="en-US" b="1" dirty="0"/>
          </a:p>
          <a:p>
            <a:r>
              <a:rPr lang="en-US" b="1" dirty="0"/>
              <a:t>Comparative Analysis </a:t>
            </a:r>
            <a:r>
              <a:rPr lang="en-US" dirty="0"/>
              <a:t> - 2 weeks</a:t>
            </a:r>
          </a:p>
          <a:p>
            <a:endParaRPr lang="en-US" b="1" dirty="0"/>
          </a:p>
          <a:p>
            <a:r>
              <a:rPr lang="en-US" b="1" dirty="0"/>
              <a:t>Final/Advanced Analysis &amp; Data Visualizations </a:t>
            </a:r>
            <a:r>
              <a:rPr lang="en-US" dirty="0"/>
              <a:t>– 2 weeks</a:t>
            </a:r>
          </a:p>
          <a:p>
            <a:endParaRPr lang="en-US" b="1" dirty="0"/>
          </a:p>
          <a:p>
            <a:r>
              <a:rPr lang="en-US" b="1" dirty="0"/>
              <a:t>Draft Report and Presentation Finished </a:t>
            </a:r>
            <a:r>
              <a:rPr lang="en-US" dirty="0"/>
              <a:t>– 2 weeks</a:t>
            </a:r>
          </a:p>
          <a:p>
            <a:endParaRPr lang="en-US" b="1" dirty="0"/>
          </a:p>
          <a:p>
            <a:r>
              <a:rPr lang="en-US" b="1" dirty="0"/>
              <a:t>Final Revisions </a:t>
            </a:r>
            <a:r>
              <a:rPr lang="en-US" dirty="0"/>
              <a:t>– 1 week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06424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0F97A-A8CA-36A4-7FE5-3A6B7762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10761F-C6F8-6E13-E44F-9C074C379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45590-0CC0-FA89-BFA6-14022A682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4408" y="2157686"/>
            <a:ext cx="5406337" cy="2542627"/>
          </a:xfrm>
        </p:spPr>
        <p:txBody>
          <a:bodyPr anchor="t">
            <a:noAutofit/>
          </a:bodyPr>
          <a:lstStyle/>
          <a:p>
            <a:r>
              <a:rPr lang="en-US" sz="7200" b="1" dirty="0">
                <a:solidFill>
                  <a:srgbClr val="FFFFFF"/>
                </a:solidFill>
              </a:rPr>
              <a:t>Thank you!</a:t>
            </a:r>
            <a:br>
              <a:rPr lang="en-US" sz="7200" b="1" dirty="0">
                <a:solidFill>
                  <a:srgbClr val="FFFFFF"/>
                </a:solidFill>
              </a:rPr>
            </a:br>
            <a:r>
              <a:rPr lang="en-US" sz="7200" b="1" dirty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56D5C89E-55CC-D9F8-E07F-8CB9DACF7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C4339F3A-F4D6-37C5-7224-51589076F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0BFC6118-CBDB-88E6-D165-4469150C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571727-FB7E-A251-9B26-0EE0B5048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E43F4C4B-9883-74EF-579D-2E5DFC94A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AA5D0993-53C5-1D49-DD9D-C5B3E1EE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469221E4-EB17-643F-1759-F10DD6453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428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7299</TotalTime>
  <Words>655</Words>
  <Application>Microsoft Office PowerPoint</Application>
  <PresentationFormat>Widescreen</PresentationFormat>
  <Paragraphs>90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Understanding the Mergers and Acquisitions Landscape in the AI Industry</vt:lpstr>
      <vt:lpstr>Motivation and Problem Statement</vt:lpstr>
      <vt:lpstr>Research Goals and Contribution</vt:lpstr>
      <vt:lpstr>Existing Literature</vt:lpstr>
      <vt:lpstr>Data &amp; Methodology</vt:lpstr>
      <vt:lpstr>Data &amp; Methodology</vt:lpstr>
      <vt:lpstr>Timeline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Dillon</dc:creator>
  <cp:lastModifiedBy>Alex Dillon</cp:lastModifiedBy>
  <cp:revision>1</cp:revision>
  <dcterms:created xsi:type="dcterms:W3CDTF">2026-01-30T18:23:13Z</dcterms:created>
  <dcterms:modified xsi:type="dcterms:W3CDTF">2026-02-05T22:49:16Z</dcterms:modified>
</cp:coreProperties>
</file>